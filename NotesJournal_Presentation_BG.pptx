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NotesJournal - Бележник с Камера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457200" y="1824300"/>
            <a:ext cx="8229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Приложение за записване на бележки с прикачени снимки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855100" y="2888775"/>
            <a:ext cx="7315200" cy="27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Основни функции: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Създаване, преглед, редактиране и изтриване на бележки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Прикачване на снимки чрез камерата на устройството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Material Design 3 със светла и тъмна тема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Локално съхранение на данни чрез Room база данни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Архитектура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UI Слой           ViewModel Слой       Repository Слой      Данни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──────────        ───────────────      ───────────────      ──────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Fragments    --&gt;  NoteViewModel   --&gt;  NoteRepository  --&gt;  Room DB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(List/Edit)       (StateFlow)          (Single Source)      (NoteDao)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14400" y="4114800"/>
            <a:ext cx="7315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Шаблон: MVVM + Repository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База данни: Room с Flow-базирани заявки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Навигация: Jetpack Navigation Component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457200" y="457200"/>
            <a:ext cx="8229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0066CC"/>
                </a:solidFill>
                <a:latin typeface="Calibri"/>
                <a:ea typeface="Calibri"/>
                <a:cs typeface="Calibri"/>
                <a:sym typeface="Calibri"/>
              </a:rPr>
              <a:t>Допълнителна Функционалност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1828795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Интеграция с Камера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914400" y="3015895"/>
            <a:ext cx="73152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Runtime permission handling - динамично управление на разрешения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FileProvider за сигурен достъп до файлове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Full-screen photo viewer - преглед на снимки на цял екран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Снимките се съхраняват локално, пътят се записва в базата данни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